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sldIdLst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3F2B"/>
    <a:srgbClr val="344529"/>
    <a:srgbClr val="2B3922"/>
    <a:srgbClr val="2E3722"/>
    <a:srgbClr val="FCF7F1"/>
    <a:srgbClr val="B8D233"/>
    <a:srgbClr val="5CC6D6"/>
    <a:srgbClr val="F8D22F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A6A0DD-D150-48E7-91A1-E473487E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in C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14DE6-384E-41D8-A53E-20E6B7711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create images using C Graphics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75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6E9B76-43D9-4422-9C00-3280673E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Graphics in DEV C++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F3CA46-1B63-498C-8688-2F46D3F01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369"/>
            <a:ext cx="10058400" cy="474155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In folder </a:t>
            </a:r>
            <a:r>
              <a:rPr lang="en-US" sz="2400" b="1" dirty="0">
                <a:solidFill>
                  <a:srgbClr val="F03F2B"/>
                </a:solidFill>
              </a:rPr>
              <a:t>\Dev-</a:t>
            </a:r>
            <a:r>
              <a:rPr lang="en-US" sz="2400" b="1" dirty="0" err="1">
                <a:solidFill>
                  <a:srgbClr val="F03F2B"/>
                </a:solidFill>
              </a:rPr>
              <a:t>Cpp</a:t>
            </a:r>
            <a:r>
              <a:rPr lang="en-US" sz="2400" b="1" dirty="0">
                <a:solidFill>
                  <a:srgbClr val="F03F2B"/>
                </a:solidFill>
              </a:rPr>
              <a:t>\MinGW64\include</a:t>
            </a:r>
            <a:r>
              <a:rPr lang="en-US" sz="2000" dirty="0"/>
              <a:t> copy these two files</a:t>
            </a:r>
          </a:p>
          <a:p>
            <a:pPr lvl="1"/>
            <a:r>
              <a:rPr lang="en-US" sz="1800" dirty="0" err="1"/>
              <a:t>Graphics.h</a:t>
            </a:r>
            <a:endParaRPr lang="en-US" sz="1800" dirty="0"/>
          </a:p>
          <a:p>
            <a:pPr lvl="1"/>
            <a:r>
              <a:rPr lang="en-IN" sz="1800" dirty="0" err="1"/>
              <a:t>Winbgim</a:t>
            </a:r>
            <a:r>
              <a:rPr lang="en-US" sz="1800" dirty="0"/>
              <a:t>.h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 folder </a:t>
            </a:r>
            <a:r>
              <a:rPr lang="en-US" sz="2400" b="1" dirty="0">
                <a:solidFill>
                  <a:srgbClr val="F03F2B"/>
                </a:solidFill>
              </a:rPr>
              <a:t>\Dev-</a:t>
            </a:r>
            <a:r>
              <a:rPr lang="en-US" sz="2400" b="1" dirty="0" err="1">
                <a:solidFill>
                  <a:srgbClr val="F03F2B"/>
                </a:solidFill>
              </a:rPr>
              <a:t>Cpp</a:t>
            </a:r>
            <a:r>
              <a:rPr lang="en-US" sz="2400" b="1" dirty="0">
                <a:solidFill>
                  <a:srgbClr val="F03F2B"/>
                </a:solidFill>
              </a:rPr>
              <a:t>\MinGW64\lib </a:t>
            </a:r>
            <a:r>
              <a:rPr lang="en-US" sz="2000" dirty="0"/>
              <a:t>copy this one file</a:t>
            </a:r>
          </a:p>
          <a:p>
            <a:pPr lvl="1"/>
            <a:r>
              <a:rPr lang="en-IN" sz="1800" dirty="0" err="1"/>
              <a:t>Libbgi</a:t>
            </a:r>
            <a:r>
              <a:rPr lang="en-US" sz="1800" dirty="0"/>
              <a:t>.a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Open DEV C select </a:t>
            </a:r>
            <a:r>
              <a:rPr lang="en-US" sz="2400" b="1" dirty="0">
                <a:solidFill>
                  <a:srgbClr val="F03F2B"/>
                </a:solidFill>
              </a:rPr>
              <a:t>TDM-GCC 32-bit release </a:t>
            </a:r>
            <a:r>
              <a:rPr lang="en-US" sz="2000" dirty="0"/>
              <a:t>from the dropdown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10A01-703F-4CC3-A4B8-00249D58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07" y="4635182"/>
            <a:ext cx="11410950" cy="12668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DD9F2A-8971-4850-8505-421167B01EA9}"/>
              </a:ext>
            </a:extLst>
          </p:cNvPr>
          <p:cNvSpPr/>
          <p:nvPr/>
        </p:nvSpPr>
        <p:spPr>
          <a:xfrm>
            <a:off x="8398275" y="4829149"/>
            <a:ext cx="3311371" cy="87889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6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6E9B76-43D9-4422-9C00-3280673E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Graphics in DEV C++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F3CA46-1B63-498C-8688-2F46D3F01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369"/>
            <a:ext cx="5705382" cy="47415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4. In DEV C++ interface </a:t>
            </a:r>
          </a:p>
          <a:p>
            <a:pPr lvl="1"/>
            <a:r>
              <a:rPr lang="en-IN" sz="1800" dirty="0"/>
              <a:t>open menu </a:t>
            </a:r>
            <a:r>
              <a:rPr lang="en-IN" sz="1800" b="1" dirty="0">
                <a:solidFill>
                  <a:srgbClr val="F03F2B"/>
                </a:solidFill>
              </a:rPr>
              <a:t>Tools-&gt;Compiler Options </a:t>
            </a:r>
          </a:p>
          <a:p>
            <a:pPr lvl="1"/>
            <a:r>
              <a:rPr lang="en-IN" sz="1800" dirty="0"/>
              <a:t>add the following options in the Linker section at the bottom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-</a:t>
            </a:r>
            <a:r>
              <a:rPr lang="en-IN" sz="2000" dirty="0" err="1"/>
              <a:t>lbgi</a:t>
            </a:r>
            <a:r>
              <a:rPr lang="en-IN" sz="2000" dirty="0"/>
              <a:t> -lgdi32 -lcomdlg32 -</a:t>
            </a:r>
            <a:r>
              <a:rPr lang="en-IN" sz="2000" dirty="0" err="1"/>
              <a:t>luuid</a:t>
            </a: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dirty="0"/>
              <a:t>	-loleaut32 -lole32</a:t>
            </a:r>
          </a:p>
          <a:p>
            <a:pPr marL="0" indent="0">
              <a:buNone/>
            </a:pPr>
            <a:r>
              <a:rPr lang="en-IN" sz="2000" dirty="0"/>
              <a:t>… and press OK</a:t>
            </a:r>
          </a:p>
          <a:p>
            <a:pPr marL="0" indent="0">
              <a:buNone/>
            </a:pPr>
            <a:r>
              <a:rPr lang="en-IN" sz="2000" dirty="0"/>
              <a:t>Now you are ready to run your first graphics program in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5ED775-0980-4AB5-A77E-D79F711E1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194" y="1628590"/>
            <a:ext cx="4136994" cy="45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1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3027-0A95-44BB-8D57-5BE29A49E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A64A-E734-4C7E-9E33-CB1C05356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035336" cy="3849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#include &lt;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graphics.h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int main( )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int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gd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=DETECT, gm;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initgraph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(&amp;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gd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&amp;gm, (char *)"");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circle(100, 50, 40);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getch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closegraph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return(0);</a:t>
            </a:r>
          </a:p>
          <a:p>
            <a:pPr marL="0" indent="0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E2F3D-00A3-4BED-B57A-B5F968B5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957" y="1642072"/>
            <a:ext cx="5669038" cy="447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26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{0623257D-4989-44E8-9C27-9937CC692BAD}tf78438558_win32</Template>
  <TotalTime>58</TotalTime>
  <Words>173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Garamond</vt:lpstr>
      <vt:lpstr>SavonVTI</vt:lpstr>
      <vt:lpstr>Programming in C</vt:lpstr>
      <vt:lpstr>Initializing Graphics in DEV C++</vt:lpstr>
      <vt:lpstr>Initializing Graphics in DEV C++</vt:lpstr>
      <vt:lpstr>Graphics Program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 and Multimedia APPLICATIONS</dc:title>
  <dc:creator>hp</dc:creator>
  <cp:lastModifiedBy>Punam dawgotra</cp:lastModifiedBy>
  <cp:revision>7</cp:revision>
  <dcterms:created xsi:type="dcterms:W3CDTF">2021-03-23T16:29:20Z</dcterms:created>
  <dcterms:modified xsi:type="dcterms:W3CDTF">2025-09-17T15:28:27Z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